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7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C2226-2916-1223-7058-7496EDA40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B05EF5-09F9-4C0B-3F12-324D62AFAA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BD63E-A8FC-72A2-A8E3-4A45CBEFA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59A861-1990-1823-B5BE-8743CDBEA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C16BDA-A871-95C8-CF94-BAB5233EA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16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CD8AE-773B-CA8D-84B9-2DEE18878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E6507C-D61F-E87C-71E0-9C405E2A23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A89ECE-2BAD-6596-9336-B5BD3EF79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BF69C7-7C5E-A488-6FC7-6AC756F6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E66793-9726-066E-8DDC-AB670C77B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63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B6C9-FF02-7563-6C63-3722E60D9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FED2A8-3890-36B2-ABD0-0EF4698B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15B53-B1FE-414B-B003-1FE53920E9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1640FA-08DA-65F0-C009-D4B00FC1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F3EE5-BF32-DAC9-5EE7-86150F1FA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520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89A3E-D8DD-D21A-E72D-42DF80D61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19ECA-9E9F-5893-7184-225BFE1B3D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0CC8DE-4092-492D-368A-6FC638137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3FBA72-81D4-0171-6E4F-B6898BAB5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92ED2-5705-F48C-2B4B-BDEBBA4FB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40C818-6A11-929D-5D75-D0EC385F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5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AFDBA-EB3E-275D-D492-16BFF600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E31B0-D97F-2FD3-F2F7-DE77EE87D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9375A0-19E5-2E9A-31E9-A08E967B81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32C3DC-BA95-143A-210D-01D6FFBDDE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331C35-0656-4DDB-4C60-382029CD56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665D55-06AD-2D82-0754-60E1F8DD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0B0BD-2F88-33DE-DD2D-9374D6BC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39C08B-7ABB-7B0F-8B30-01298E171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526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F7B2D-C02B-8ADA-CF32-9F6B4B7E2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A7313-0837-2A54-11E5-AED7DFEC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810268-3271-1803-E06C-F231D4752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EEB3AB-8F44-9666-0306-E1E287A67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08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093EA8-D0A8-DA79-5ECE-A1FE6DE66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968DA-8F5B-6FDC-4017-00BCDFD4E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A425C-551D-23C9-066C-041C0DCB6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510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FC7A1-C7BC-4D80-724E-CCE8D26CF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1579A-5B8D-9BC5-1EDC-297600CD2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741BB5-5F20-91E1-7765-E3A0D14B1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7280D0-6931-1DAD-5C8E-00ECBD014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E3C418-E14B-8A1D-6614-BFF24DAA7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D576E-69AB-2197-CF29-8C765CC65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148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EA920-31A9-783B-9A4C-C3215B304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C0502C-7487-821C-707B-8363DD1211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CABC8-D30A-199F-C445-9F9CEC684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4EC10-1BFE-F1D8-A0EC-F463BB7B0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840B36-7DD0-BE90-D6EC-3FA61AFE5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FA234-F540-CC8D-362E-456DECB33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65305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FFE17-89CC-A4A5-F416-99178BCCA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F7D6C5-50AE-017A-A843-220EE6E7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6AC40-C66E-4189-FA6A-CC42AF812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3E8B2-D2FA-CB6A-43C9-E9F516F8A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AD237-766A-F33B-96C0-71EF3267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470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238417-ABFD-22B4-9398-7B45D919B4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8818E1-BE62-6EA2-59DE-12E88EBAF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BC467-8346-6E6C-E3F8-AF68393E8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E09D5-88F5-81EC-FD75-640B40F1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FD1D2-E5D4-366C-6A69-67A2BDDB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79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5E9D79-D508-E9E3-6BC4-26B946C32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B85BCC-4061-F0F7-285A-9C8EA08BFB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EDEB8-45A0-2085-EE70-29796D21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5A3E42-086B-4BED-960A-CC2D43E38891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78E5A-9266-CBB2-E412-1C60729C68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8B399-5895-6739-FCDA-E23987E99D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3602B-94D1-46EA-9269-AADE9D68B5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4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9CECBA-7C55-6479-3ACA-C678C3C7B1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108" y="1052593"/>
            <a:ext cx="11499273" cy="448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34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George</dc:creator>
  <cp:lastModifiedBy>Matt George</cp:lastModifiedBy>
  <cp:revision>1</cp:revision>
  <dcterms:created xsi:type="dcterms:W3CDTF">2026-07-20T04:56:24Z</dcterms:created>
  <dcterms:modified xsi:type="dcterms:W3CDTF">2026-07-20T04:56:46Z</dcterms:modified>
</cp:coreProperties>
</file>